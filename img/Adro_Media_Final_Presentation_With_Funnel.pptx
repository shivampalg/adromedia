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CC"/>
    <a:srgbClr val="8160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937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049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94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494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28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473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297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523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156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880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731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57130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370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627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340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346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87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66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1655BF-FB5A-655E-0604-A2771039C0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020" y="1359174"/>
            <a:ext cx="7080026" cy="1828801"/>
          </a:xfrm>
        </p:spPr>
        <p:txBody>
          <a:bodyPr/>
          <a:lstStyle/>
          <a:p>
            <a:r>
              <a:rPr lang="en-IN" dirty="0"/>
              <a:t>ADRO MEDIA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1634453A-611B-B19F-3175-FBDDB2209A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rPr lang="en-US" dirty="0"/>
              <a:t>Performance‑Driven Lead Generation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lang="en-US" dirty="0"/>
              <a:t>Google Ads &amp; Meta Ads Specialists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10972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5999"/>
            <a:ext cx="44146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  <a:defRPr sz="1800">
                <a:solidFill>
                  <a:srgbClr val="DCDCDC"/>
                </a:solidFill>
              </a:defRPr>
            </a:pPr>
            <a:r>
              <a:rPr dirty="0"/>
              <a:t>Results‑focused advertising agency</a:t>
            </a:r>
            <a:endParaRPr lang="en-US" dirty="0"/>
          </a:p>
          <a:p>
            <a:pPr>
              <a:defRPr sz="1800">
                <a:solidFill>
                  <a:srgbClr val="DCDCDC"/>
                </a:solidFill>
              </a:defRPr>
            </a:pPr>
            <a:endParaRPr dirty="0"/>
          </a:p>
          <a:p>
            <a:pPr marL="285750" indent="-285750">
              <a:buFont typeface="Wingdings" panose="05000000000000000000" pitchFamily="2" charset="2"/>
              <a:buChar char="v"/>
              <a:defRPr sz="1800">
                <a:solidFill>
                  <a:srgbClr val="DCDCDC"/>
                </a:solidFill>
              </a:defRPr>
            </a:pPr>
            <a:r>
              <a:rPr dirty="0"/>
              <a:t>Experts in lead &amp; sales generation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  <a:defRPr sz="1800">
                <a:solidFill>
                  <a:srgbClr val="DCDCDC"/>
                </a:solidFill>
              </a:defRPr>
            </a:pPr>
            <a:endParaRPr dirty="0"/>
          </a:p>
          <a:p>
            <a:pPr marL="285750" indent="-285750">
              <a:buFont typeface="Wingdings" panose="05000000000000000000" pitchFamily="2" charset="2"/>
              <a:buChar char="v"/>
              <a:defRPr sz="1800">
                <a:solidFill>
                  <a:srgbClr val="DCDCDC"/>
                </a:solidFill>
              </a:defRPr>
            </a:pPr>
            <a:r>
              <a:rPr dirty="0"/>
              <a:t>ROI‑driven strategies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1097280"/>
            <a:ext cx="596818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sz="4400" dirty="0"/>
              <a:t>What We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3369449" cy="16709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 sz="1800">
                <a:solidFill>
                  <a:srgbClr val="DCDCDC"/>
                </a:solidFill>
              </a:defRPr>
            </a:pPr>
            <a:r>
              <a:rPr dirty="0"/>
              <a:t>Targeted Google &amp; Meta Ads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 sz="1800">
                <a:solidFill>
                  <a:srgbClr val="DCDCDC"/>
                </a:solidFill>
              </a:defRPr>
            </a:pPr>
            <a:r>
              <a:rPr dirty="0"/>
              <a:t>High‑converting creatives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 sz="1800">
                <a:solidFill>
                  <a:srgbClr val="DCDCDC"/>
                </a:solidFill>
              </a:defRPr>
            </a:pPr>
            <a:r>
              <a:rPr dirty="0"/>
              <a:t>Lead tracking &amp;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65240" y="1097280"/>
            <a:ext cx="790569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sz="4400" dirty="0"/>
              <a:t>Why Ads Matter for Cosmetics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4848700" cy="16709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 sz="1800">
                <a:solidFill>
                  <a:srgbClr val="DCDCDC"/>
                </a:solidFill>
              </a:defRPr>
            </a:pPr>
            <a:r>
              <a:rPr dirty="0"/>
              <a:t>Beauty buyers active on Instagram &amp; Google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 sz="1800">
                <a:solidFill>
                  <a:srgbClr val="DCDCDC"/>
                </a:solidFill>
              </a:defRPr>
            </a:pPr>
            <a:r>
              <a:rPr dirty="0"/>
              <a:t>Visual ads drive impulse buying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 sz="1800">
                <a:solidFill>
                  <a:srgbClr val="DCDCDC"/>
                </a:solidFill>
              </a:defRPr>
            </a:pPr>
            <a:r>
              <a:rPr dirty="0"/>
              <a:t>Strong brand recall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10972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How We Improve Your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3328027" cy="16709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 sz="1800">
                <a:solidFill>
                  <a:srgbClr val="DCDCDC"/>
                </a:solidFill>
              </a:defRPr>
            </a:pPr>
            <a:r>
              <a:rPr dirty="0"/>
              <a:t>Product‑focused campaigns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 sz="1800">
                <a:solidFill>
                  <a:srgbClr val="DCDCDC"/>
                </a:solidFill>
              </a:defRPr>
            </a:pPr>
            <a:r>
              <a:rPr dirty="0"/>
              <a:t>Audience &amp; interest targeting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 sz="1800">
                <a:solidFill>
                  <a:srgbClr val="DCDCDC"/>
                </a:solidFill>
              </a:defRPr>
            </a:pPr>
            <a:r>
              <a:rPr dirty="0"/>
              <a:t>Retargeting warm users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10972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Platforms We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4286815" cy="16709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 sz="1800">
                <a:solidFill>
                  <a:srgbClr val="DCDCDC"/>
                </a:solidFill>
              </a:defRPr>
            </a:pPr>
            <a:r>
              <a:rPr dirty="0"/>
              <a:t>Google Search – High intent buyers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 sz="1800">
                <a:solidFill>
                  <a:srgbClr val="DCDCDC"/>
                </a:solidFill>
              </a:defRPr>
            </a:pPr>
            <a:r>
              <a:rPr dirty="0"/>
              <a:t>Instagram &amp; Facebook – Visual impact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 sz="1800">
                <a:solidFill>
                  <a:srgbClr val="DCDCDC"/>
                </a:solidFill>
              </a:defRPr>
            </a:pPr>
            <a:r>
              <a:rPr dirty="0"/>
              <a:t>YouTube &amp; Display – Brand awareness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10972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Benefits of Working With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3077958" cy="27789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 sz="1800">
                <a:solidFill>
                  <a:srgbClr val="DCDCDC"/>
                </a:solidFill>
              </a:defRPr>
            </a:pPr>
            <a:r>
              <a:rPr dirty="0"/>
              <a:t>High‑quality genuine leads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 sz="1800">
                <a:solidFill>
                  <a:srgbClr val="DCDCDC"/>
                </a:solidFill>
              </a:defRPr>
            </a:pPr>
            <a:r>
              <a:rPr dirty="0"/>
              <a:t>Lower cost per lead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 sz="1800">
                <a:solidFill>
                  <a:srgbClr val="DCDCDC"/>
                </a:solidFill>
              </a:defRPr>
            </a:pPr>
            <a:r>
              <a:rPr dirty="0"/>
              <a:t>Transparent reporting</a:t>
            </a:r>
            <a:endParaRPr lang="en-US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 sz="1800">
                <a:solidFill>
                  <a:srgbClr val="DCDCDC"/>
                </a:solidFill>
              </a:defRPr>
            </a:pPr>
            <a:r>
              <a:rPr lang="en-IN" dirty="0"/>
              <a:t>ROI Focused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 sz="1800">
                <a:solidFill>
                  <a:srgbClr val="DCDCDC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10972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Expected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2863284" cy="27789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 sz="1800">
                <a:solidFill>
                  <a:srgbClr val="DCDCDC"/>
                </a:solidFill>
              </a:defRPr>
            </a:pPr>
            <a:r>
              <a:rPr dirty="0"/>
              <a:t>More qualified enquiries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 sz="1800">
                <a:solidFill>
                  <a:srgbClr val="DCDCDC"/>
                </a:solidFill>
              </a:defRPr>
            </a:pPr>
            <a:r>
              <a:rPr dirty="0"/>
              <a:t>Higher conversion rates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 sz="1800">
                <a:solidFill>
                  <a:srgbClr val="DCDCDC"/>
                </a:solidFill>
              </a:defRPr>
            </a:pPr>
            <a:r>
              <a:rPr dirty="0"/>
              <a:t>Improved ROAS</a:t>
            </a:r>
            <a:endParaRPr lang="en-US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 sz="1800">
                <a:solidFill>
                  <a:srgbClr val="DCDCDC"/>
                </a:solidFill>
              </a:defRPr>
            </a:pPr>
            <a:r>
              <a:rPr lang="en-IN" dirty="0"/>
              <a:t>Scalable Growth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 sz="1800">
                <a:solidFill>
                  <a:srgbClr val="DCDCDC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10972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Let’s Grow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3135154" cy="16709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 sz="1800">
                <a:solidFill>
                  <a:srgbClr val="DCDCDC"/>
                </a:solidFill>
              </a:defRPr>
            </a:pPr>
            <a:r>
              <a:rPr dirty="0"/>
              <a:t>We don’t sell ads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 sz="1800">
                <a:solidFill>
                  <a:srgbClr val="DCDCDC"/>
                </a:solidFill>
              </a:defRPr>
            </a:pPr>
            <a:r>
              <a:rPr dirty="0"/>
              <a:t>We build growth systems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  <a:defRPr sz="1800">
                <a:solidFill>
                  <a:srgbClr val="DCDCDC"/>
                </a:solidFill>
              </a:defRPr>
            </a:pPr>
            <a:r>
              <a:rPr dirty="0"/>
              <a:t>Your success is our mission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Before vs After: Sales Funnel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50656" y="2286000"/>
            <a:ext cx="3224984" cy="2743200"/>
          </a:xfrm>
          <a:prstGeom prst="roundRect">
            <a:avLst/>
          </a:prstGeom>
          <a:solidFill>
            <a:srgbClr val="8160FA"/>
          </a:solidFill>
          <a:ln w="19050">
            <a:solidFill>
              <a:srgbClr val="660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✅ AFTER ADRO MEDIA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• Targeted beauty buyers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• Strong brand presence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• 40–80 enquiries/month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• Higher conversion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• Retargeting &amp;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2888" y="2286000"/>
            <a:ext cx="2880852" cy="274320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❌ BEFORE ADS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Random audience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Low brand visibility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5–10 enquiries/month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Low conversion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No retargeting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25</TotalTime>
  <Words>202</Words>
  <Application>Microsoft Office PowerPoint</Application>
  <PresentationFormat>On-screen Show (4:3)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Calisto MT</vt:lpstr>
      <vt:lpstr>Wingdings</vt:lpstr>
      <vt:lpstr>Wingdings 2</vt:lpstr>
      <vt:lpstr>Slate</vt:lpstr>
      <vt:lpstr>ADRO MEDIA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Shivam Pal</cp:lastModifiedBy>
  <cp:revision>3</cp:revision>
  <dcterms:created xsi:type="dcterms:W3CDTF">2013-01-27T09:14:16Z</dcterms:created>
  <dcterms:modified xsi:type="dcterms:W3CDTF">2025-12-24T12:06:45Z</dcterms:modified>
  <cp:category/>
</cp:coreProperties>
</file>